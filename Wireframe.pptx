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C19EA-5129-0075-D591-758C0047E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C382AA-C1DA-A05E-AE5A-B84F03F1AB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912015-6E1E-4DE8-4C5A-CD7A6BBFFCAB}"/>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5" name="Footer Placeholder 4">
            <a:extLst>
              <a:ext uri="{FF2B5EF4-FFF2-40B4-BE49-F238E27FC236}">
                <a16:creationId xmlns:a16="http://schemas.microsoft.com/office/drawing/2014/main" id="{6DA3D6E9-D595-304C-2C16-A021025DE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2E988-CAD1-7D4E-DACD-5B14E8288665}"/>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2482838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DCB10-3EBF-3804-AAA6-6F0D83C7CC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9B3F54-EF79-1F26-9125-5355CC9352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43D7DF-4631-DF70-4D94-83CB19761932}"/>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5" name="Footer Placeholder 4">
            <a:extLst>
              <a:ext uri="{FF2B5EF4-FFF2-40B4-BE49-F238E27FC236}">
                <a16:creationId xmlns:a16="http://schemas.microsoft.com/office/drawing/2014/main" id="{6B5775F9-93A2-8537-AD9B-15453E1419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9CD32D-0D8B-9039-C997-7A87EBB08923}"/>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3716368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8BBA0-C8C6-5724-5F29-EE4D945E5A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839ABF-3854-A95B-1439-7B24DE0ABD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CFBAC8-6753-481A-986E-2C022100C8CC}"/>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5" name="Footer Placeholder 4">
            <a:extLst>
              <a:ext uri="{FF2B5EF4-FFF2-40B4-BE49-F238E27FC236}">
                <a16:creationId xmlns:a16="http://schemas.microsoft.com/office/drawing/2014/main" id="{BC767CE7-3110-1153-25C9-A1C2BB3B1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C958F1-8098-9C98-EA55-67E04A2F7DB6}"/>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2432017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5075C-5002-A879-C4D7-EDD7E0CEBC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9A5525-89B9-085E-C2AB-8351A1FED5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BED464-BD56-9F60-46B2-0CD109BD91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9A3A99-2192-D622-94DE-54EEC281B727}"/>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6" name="Footer Placeholder 5">
            <a:extLst>
              <a:ext uri="{FF2B5EF4-FFF2-40B4-BE49-F238E27FC236}">
                <a16:creationId xmlns:a16="http://schemas.microsoft.com/office/drawing/2014/main" id="{682E6AD0-A4DA-45E4-E242-D74F453B84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575831-8B24-6766-B54D-F95CA4649842}"/>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1226505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7284-C2FA-B168-4F19-DEE9FAB2F8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7894FC-0800-31D7-35D3-9A4DD5619C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0BA94F-E20D-8C0D-63F0-C8BCC232D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508A64-4A5D-6283-132B-810BE1282F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4F1E8C-29B5-A0AD-BC8F-3048674B4F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57FADB-DEFF-5E06-5CD7-997C3A691AA7}"/>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8" name="Footer Placeholder 7">
            <a:extLst>
              <a:ext uri="{FF2B5EF4-FFF2-40B4-BE49-F238E27FC236}">
                <a16:creationId xmlns:a16="http://schemas.microsoft.com/office/drawing/2014/main" id="{1CEB3660-B789-336C-899A-EDD3E12415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605C2B-9819-D3F2-A664-07A89F40A933}"/>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3091148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DFD25-6C99-1CC8-0D26-82BD51B08F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85A409-AD41-5BC5-CEF7-5063123C4DD0}"/>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4" name="Footer Placeholder 3">
            <a:extLst>
              <a:ext uri="{FF2B5EF4-FFF2-40B4-BE49-F238E27FC236}">
                <a16:creationId xmlns:a16="http://schemas.microsoft.com/office/drawing/2014/main" id="{93F2C61B-9842-DA31-6272-F3FED83C24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962EBC-49B0-2368-629F-5F3E55E7EF73}"/>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1630567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96BA-3951-FB52-1F3F-1EB5798F173C}"/>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3" name="Footer Placeholder 2">
            <a:extLst>
              <a:ext uri="{FF2B5EF4-FFF2-40B4-BE49-F238E27FC236}">
                <a16:creationId xmlns:a16="http://schemas.microsoft.com/office/drawing/2014/main" id="{D45C5144-BD30-3D7C-C339-D334C9116C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B27DB0-9F3F-2924-5E01-ED909448E71A}"/>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2389288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A6368-02F3-90BF-01CB-58767C6B9C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0FC216-C42C-A61B-B0BC-D4AF538593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C33986-F07C-B0A2-DD02-5D40E27C95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2FF084-57E1-0B2A-64C8-DFD88586FF2D}"/>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6" name="Footer Placeholder 5">
            <a:extLst>
              <a:ext uri="{FF2B5EF4-FFF2-40B4-BE49-F238E27FC236}">
                <a16:creationId xmlns:a16="http://schemas.microsoft.com/office/drawing/2014/main" id="{D6B501D3-E148-DF60-6CE1-D7F9447C4B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B8E47B-D060-A286-7C49-864C1830335F}"/>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4075214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5848-C17B-AA56-C062-F6ED7A0DBB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24678E-7973-4D4F-49F3-D3A7C3306D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8A6E01-F715-32A7-1C55-A47974E270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7A9019-22AE-7489-45B8-7FC212CD6775}"/>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6" name="Footer Placeholder 5">
            <a:extLst>
              <a:ext uri="{FF2B5EF4-FFF2-40B4-BE49-F238E27FC236}">
                <a16:creationId xmlns:a16="http://schemas.microsoft.com/office/drawing/2014/main" id="{EB82C048-B64F-FE87-5928-3E973468EF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82D357-BF4E-BC5E-66B6-C5CD8A35314E}"/>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2171136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DE60-46E2-5C30-A7CF-89CA57B1A5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2D38A6-298C-8CE2-0637-6AA1D1BACC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0EA70D-798D-0F1B-6FD2-9869B14A9BA5}"/>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5" name="Footer Placeholder 4">
            <a:extLst>
              <a:ext uri="{FF2B5EF4-FFF2-40B4-BE49-F238E27FC236}">
                <a16:creationId xmlns:a16="http://schemas.microsoft.com/office/drawing/2014/main" id="{165FD6EC-53A1-7FE6-AB40-E3D8F83B55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639C1-9A5C-8D94-B6A6-A25A98B2EE8A}"/>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1654316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2FCD14-3AE6-C936-3334-3558D7C447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F86008-DFA3-51C7-526B-96031DA8CC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92A417-7883-C53E-9E3F-0279F69149FD}"/>
              </a:ext>
            </a:extLst>
          </p:cNvPr>
          <p:cNvSpPr>
            <a:spLocks noGrp="1"/>
          </p:cNvSpPr>
          <p:nvPr>
            <p:ph type="dt" sz="half" idx="10"/>
          </p:nvPr>
        </p:nvSpPr>
        <p:spPr/>
        <p:txBody>
          <a:bodyPr/>
          <a:lstStyle/>
          <a:p>
            <a:fld id="{33F5ABF6-09BB-3047-B8B5-3FBB2AAC07A1}" type="datetimeFigureOut">
              <a:rPr lang="en-US" smtClean="0"/>
              <a:t>12/31/25</a:t>
            </a:fld>
            <a:endParaRPr lang="en-US"/>
          </a:p>
        </p:txBody>
      </p:sp>
      <p:sp>
        <p:nvSpPr>
          <p:cNvPr id="5" name="Footer Placeholder 4">
            <a:extLst>
              <a:ext uri="{FF2B5EF4-FFF2-40B4-BE49-F238E27FC236}">
                <a16:creationId xmlns:a16="http://schemas.microsoft.com/office/drawing/2014/main" id="{BCEBE617-1184-F069-5928-40C597AF8A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28720C-2FE6-473D-0304-24BBB77DF11A}"/>
              </a:ext>
            </a:extLst>
          </p:cNvPr>
          <p:cNvSpPr>
            <a:spLocks noGrp="1"/>
          </p:cNvSpPr>
          <p:nvPr>
            <p:ph type="sldNum" sz="quarter" idx="12"/>
          </p:nvPr>
        </p:nvSpPr>
        <p:spPr/>
        <p:txBody>
          <a:bodyPr/>
          <a:lstStyle/>
          <a:p>
            <a:fld id="{6C8A6AE4-4A7E-6649-8982-C3B4D3F9DD8C}" type="slidenum">
              <a:rPr lang="en-US" smtClean="0"/>
              <a:t>‹#›</a:t>
            </a:fld>
            <a:endParaRPr lang="en-US"/>
          </a:p>
        </p:txBody>
      </p:sp>
    </p:spTree>
    <p:extLst>
      <p:ext uri="{BB962C8B-B14F-4D97-AF65-F5344CB8AC3E}">
        <p14:creationId xmlns:p14="http://schemas.microsoft.com/office/powerpoint/2010/main" val="356104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6952BF-058E-7E6A-53CC-371233DE0B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5812D0-C34F-1D33-D33A-05ACD55F05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9F2AAC-3EAA-852E-8394-6D46B86C9B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F5ABF6-09BB-3047-B8B5-3FBB2AAC07A1}" type="datetimeFigureOut">
              <a:rPr lang="en-US" smtClean="0"/>
              <a:t>12/31/25</a:t>
            </a:fld>
            <a:endParaRPr lang="en-US"/>
          </a:p>
        </p:txBody>
      </p:sp>
      <p:sp>
        <p:nvSpPr>
          <p:cNvPr id="5" name="Footer Placeholder 4">
            <a:extLst>
              <a:ext uri="{FF2B5EF4-FFF2-40B4-BE49-F238E27FC236}">
                <a16:creationId xmlns:a16="http://schemas.microsoft.com/office/drawing/2014/main" id="{CD368CC7-E67D-FB76-9BD5-D3A382300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BF25681-D3C1-696A-4BA7-618C461DB8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8A6AE4-4A7E-6649-8982-C3B4D3F9DD8C}" type="slidenum">
              <a:rPr lang="en-US" smtClean="0"/>
              <a:t>‹#›</a:t>
            </a:fld>
            <a:endParaRPr lang="en-US"/>
          </a:p>
        </p:txBody>
      </p:sp>
    </p:spTree>
    <p:extLst>
      <p:ext uri="{BB962C8B-B14F-4D97-AF65-F5344CB8AC3E}">
        <p14:creationId xmlns:p14="http://schemas.microsoft.com/office/powerpoint/2010/main" val="4198824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E4281-E2F9-45DE-BAC1-1307F1ECC972}"/>
              </a:ext>
            </a:extLst>
          </p:cNvPr>
          <p:cNvSpPr>
            <a:spLocks noGrp="1"/>
          </p:cNvSpPr>
          <p:nvPr>
            <p:ph type="ctrTitle"/>
          </p:nvPr>
        </p:nvSpPr>
        <p:spPr>
          <a:xfrm>
            <a:off x="0" y="0"/>
            <a:ext cx="12192000" cy="1186249"/>
          </a:xfrm>
        </p:spPr>
        <p:txBody>
          <a:bodyPr/>
          <a:lstStyle/>
          <a:p>
            <a:r>
              <a:rPr lang="en-US" dirty="0"/>
              <a:t>Welcome to </a:t>
            </a:r>
            <a:r>
              <a:rPr lang="en-US" dirty="0" err="1"/>
              <a:t>Taniti</a:t>
            </a:r>
            <a:endParaRPr lang="en-US" dirty="0"/>
          </a:p>
        </p:txBody>
      </p:sp>
      <p:sp>
        <p:nvSpPr>
          <p:cNvPr id="3" name="Subtitle 2">
            <a:extLst>
              <a:ext uri="{FF2B5EF4-FFF2-40B4-BE49-F238E27FC236}">
                <a16:creationId xmlns:a16="http://schemas.microsoft.com/office/drawing/2014/main" id="{3C692586-F686-0780-A235-72DA293C6F5F}"/>
              </a:ext>
            </a:extLst>
          </p:cNvPr>
          <p:cNvSpPr>
            <a:spLocks noGrp="1"/>
          </p:cNvSpPr>
          <p:nvPr>
            <p:ph type="subTitle" idx="1"/>
          </p:nvPr>
        </p:nvSpPr>
        <p:spPr>
          <a:xfrm>
            <a:off x="0" y="1186249"/>
            <a:ext cx="12192001" cy="543697"/>
          </a:xfrm>
        </p:spPr>
        <p:txBody>
          <a:bodyPr/>
          <a:lstStyle/>
          <a:p>
            <a:r>
              <a:rPr lang="en-US" dirty="0" err="1"/>
              <a:t>Taniti</a:t>
            </a:r>
            <a:r>
              <a:rPr lang="en-US" dirty="0"/>
              <a:t>     Attractions    Transportation    Stay    Food</a:t>
            </a:r>
          </a:p>
        </p:txBody>
      </p:sp>
      <p:sp>
        <p:nvSpPr>
          <p:cNvPr id="4" name="TextBox 3">
            <a:extLst>
              <a:ext uri="{FF2B5EF4-FFF2-40B4-BE49-F238E27FC236}">
                <a16:creationId xmlns:a16="http://schemas.microsoft.com/office/drawing/2014/main" id="{EF600B15-9AB3-A1DD-5EE7-DD1E2B43F01B}"/>
              </a:ext>
            </a:extLst>
          </p:cNvPr>
          <p:cNvSpPr txBox="1"/>
          <p:nvPr/>
        </p:nvSpPr>
        <p:spPr>
          <a:xfrm>
            <a:off x="1285103" y="1865870"/>
            <a:ext cx="9428205" cy="3693319"/>
          </a:xfrm>
          <a:prstGeom prst="rect">
            <a:avLst/>
          </a:prstGeom>
          <a:noFill/>
        </p:spPr>
        <p:txBody>
          <a:bodyPr wrap="square" rtlCol="0">
            <a:spAutoFit/>
          </a:bodyPr>
          <a:lstStyle/>
          <a:p>
            <a:r>
              <a:rPr lang="en-US" dirty="0"/>
              <a:t>Geography</a:t>
            </a:r>
          </a:p>
          <a:p>
            <a:r>
              <a:rPr lang="en-US" dirty="0"/>
              <a:t> 	Where and what is </a:t>
            </a:r>
            <a:r>
              <a:rPr lang="en-US" dirty="0" err="1"/>
              <a:t>Taniti</a:t>
            </a:r>
            <a:r>
              <a:rPr lang="en-US" dirty="0"/>
              <a:t>? What attractive geographical features will draw you here 	that you will want to be sure not to miss.</a:t>
            </a:r>
          </a:p>
          <a:p>
            <a:endParaRPr lang="en-US" dirty="0"/>
          </a:p>
          <a:p>
            <a:r>
              <a:rPr lang="en-US" dirty="0"/>
              <a:t>Culture</a:t>
            </a:r>
          </a:p>
          <a:p>
            <a:r>
              <a:rPr lang="en-US" dirty="0"/>
              <a:t>	Who are the people of </a:t>
            </a:r>
            <a:r>
              <a:rPr lang="en-US" dirty="0" err="1"/>
              <a:t>Taniti</a:t>
            </a:r>
            <a:r>
              <a:rPr lang="en-US" dirty="0"/>
              <a:t>? What should you expect to see and do with others while 	here? What do you need to be prepared for when interacting with others? What are 	stores, eating, and activities of the area? Are there holidays to be aware of?</a:t>
            </a:r>
          </a:p>
          <a:p>
            <a:endParaRPr lang="en-US" dirty="0"/>
          </a:p>
          <a:p>
            <a:r>
              <a:rPr lang="en-US" dirty="0"/>
              <a:t>History &amp; Currency</a:t>
            </a:r>
          </a:p>
          <a:p>
            <a:r>
              <a:rPr lang="en-US" dirty="0"/>
              <a:t>	What created the culture here? What can be seen while you are here? Are there 	museums and landmarks to make note of? Do I need to make currency plans?</a:t>
            </a:r>
          </a:p>
          <a:p>
            <a:endParaRPr lang="en-US" dirty="0"/>
          </a:p>
        </p:txBody>
      </p:sp>
      <p:sp>
        <p:nvSpPr>
          <p:cNvPr id="5" name="TextBox 4">
            <a:extLst>
              <a:ext uri="{FF2B5EF4-FFF2-40B4-BE49-F238E27FC236}">
                <a16:creationId xmlns:a16="http://schemas.microsoft.com/office/drawing/2014/main" id="{E94863FC-4650-F49E-A176-CD35C42AD776}"/>
              </a:ext>
            </a:extLst>
          </p:cNvPr>
          <p:cNvSpPr txBox="1"/>
          <p:nvPr/>
        </p:nvSpPr>
        <p:spPr>
          <a:xfrm>
            <a:off x="9749481" y="6104238"/>
            <a:ext cx="1235676" cy="369332"/>
          </a:xfrm>
          <a:prstGeom prst="rect">
            <a:avLst/>
          </a:prstGeom>
          <a:noFill/>
        </p:spPr>
        <p:txBody>
          <a:bodyPr wrap="square" rtlCol="0">
            <a:spAutoFit/>
          </a:bodyPr>
          <a:lstStyle/>
          <a:p>
            <a:r>
              <a:rPr lang="en-US" dirty="0"/>
              <a:t>Help</a:t>
            </a:r>
          </a:p>
        </p:txBody>
      </p:sp>
    </p:spTree>
    <p:extLst>
      <p:ext uri="{BB962C8B-B14F-4D97-AF65-F5344CB8AC3E}">
        <p14:creationId xmlns:p14="http://schemas.microsoft.com/office/powerpoint/2010/main" val="2403375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426B9-CFD4-AD01-4CC3-A72B535D9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C108C-9918-016D-8ABF-421CB4D64DDA}"/>
              </a:ext>
            </a:extLst>
          </p:cNvPr>
          <p:cNvSpPr>
            <a:spLocks noGrp="1"/>
          </p:cNvSpPr>
          <p:nvPr>
            <p:ph type="ctrTitle"/>
          </p:nvPr>
        </p:nvSpPr>
        <p:spPr>
          <a:xfrm>
            <a:off x="0" y="0"/>
            <a:ext cx="12192000" cy="1186249"/>
          </a:xfrm>
        </p:spPr>
        <p:txBody>
          <a:bodyPr/>
          <a:lstStyle/>
          <a:p>
            <a:r>
              <a:rPr lang="en-US" dirty="0"/>
              <a:t>Attractions of </a:t>
            </a:r>
            <a:r>
              <a:rPr lang="en-US" dirty="0" err="1"/>
              <a:t>Taniti</a:t>
            </a:r>
            <a:endParaRPr lang="en-US" dirty="0"/>
          </a:p>
        </p:txBody>
      </p:sp>
      <p:sp>
        <p:nvSpPr>
          <p:cNvPr id="3" name="Subtitle 2">
            <a:extLst>
              <a:ext uri="{FF2B5EF4-FFF2-40B4-BE49-F238E27FC236}">
                <a16:creationId xmlns:a16="http://schemas.microsoft.com/office/drawing/2014/main" id="{6B955D29-0276-F7DD-A258-876BC515538D}"/>
              </a:ext>
            </a:extLst>
          </p:cNvPr>
          <p:cNvSpPr>
            <a:spLocks noGrp="1"/>
          </p:cNvSpPr>
          <p:nvPr>
            <p:ph type="subTitle" idx="1"/>
          </p:nvPr>
        </p:nvSpPr>
        <p:spPr>
          <a:xfrm>
            <a:off x="0" y="1186249"/>
            <a:ext cx="12192001" cy="543697"/>
          </a:xfrm>
        </p:spPr>
        <p:txBody>
          <a:bodyPr/>
          <a:lstStyle/>
          <a:p>
            <a:r>
              <a:rPr lang="en-US" dirty="0" err="1"/>
              <a:t>Taniti</a:t>
            </a:r>
            <a:r>
              <a:rPr lang="en-US" dirty="0"/>
              <a:t>     Attractions    Transportation    Stay    Food</a:t>
            </a:r>
          </a:p>
        </p:txBody>
      </p:sp>
      <p:sp>
        <p:nvSpPr>
          <p:cNvPr id="4" name="TextBox 3">
            <a:extLst>
              <a:ext uri="{FF2B5EF4-FFF2-40B4-BE49-F238E27FC236}">
                <a16:creationId xmlns:a16="http://schemas.microsoft.com/office/drawing/2014/main" id="{2F8EA4F2-2190-437E-CBF6-CA89D16CBFCB}"/>
              </a:ext>
            </a:extLst>
          </p:cNvPr>
          <p:cNvSpPr txBox="1"/>
          <p:nvPr/>
        </p:nvSpPr>
        <p:spPr>
          <a:xfrm>
            <a:off x="1285103" y="1865870"/>
            <a:ext cx="9428205" cy="4247317"/>
          </a:xfrm>
          <a:prstGeom prst="rect">
            <a:avLst/>
          </a:prstGeom>
          <a:noFill/>
        </p:spPr>
        <p:txBody>
          <a:bodyPr wrap="square" rtlCol="0">
            <a:spAutoFit/>
          </a:bodyPr>
          <a:lstStyle/>
          <a:p>
            <a:r>
              <a:rPr lang="en-US" dirty="0"/>
              <a:t>Beaches</a:t>
            </a:r>
          </a:p>
          <a:p>
            <a:r>
              <a:rPr lang="en-US" dirty="0"/>
              <a:t>	What are the beaches to spend time at?</a:t>
            </a:r>
          </a:p>
          <a:p>
            <a:r>
              <a:rPr lang="en-US" dirty="0"/>
              <a:t>Rainforest</a:t>
            </a:r>
          </a:p>
          <a:p>
            <a:r>
              <a:rPr lang="en-US" dirty="0"/>
              <a:t>	What can be done in the rainforest here?</a:t>
            </a:r>
          </a:p>
          <a:p>
            <a:r>
              <a:rPr lang="en-US" dirty="0"/>
              <a:t>Volcano</a:t>
            </a:r>
          </a:p>
          <a:p>
            <a:r>
              <a:rPr lang="en-US" dirty="0"/>
              <a:t>	What can be done at the volcano?</a:t>
            </a:r>
          </a:p>
          <a:p>
            <a:r>
              <a:rPr lang="en-US" dirty="0"/>
              <a:t>Snorkeling</a:t>
            </a:r>
          </a:p>
          <a:p>
            <a:r>
              <a:rPr lang="en-US" dirty="0"/>
              <a:t>	About and how to book snorkeling adventures</a:t>
            </a:r>
          </a:p>
          <a:p>
            <a:r>
              <a:rPr lang="en-US" dirty="0"/>
              <a:t>Fishing</a:t>
            </a:r>
          </a:p>
          <a:p>
            <a:r>
              <a:rPr lang="en-US" dirty="0"/>
              <a:t>	About and how to book finishing excursions</a:t>
            </a:r>
          </a:p>
          <a:p>
            <a:r>
              <a:rPr lang="en-US" dirty="0"/>
              <a:t>Museum</a:t>
            </a:r>
          </a:p>
          <a:p>
            <a:r>
              <a:rPr lang="en-US" dirty="0"/>
              <a:t>	About the local history museum + tickets</a:t>
            </a:r>
          </a:p>
          <a:p>
            <a:r>
              <a:rPr lang="en-US" dirty="0"/>
              <a:t>Nightlife</a:t>
            </a:r>
          </a:p>
          <a:p>
            <a:r>
              <a:rPr lang="en-US" dirty="0"/>
              <a:t>	Dancing and drinking establishments</a:t>
            </a:r>
          </a:p>
          <a:p>
            <a:endParaRPr lang="en-US" dirty="0"/>
          </a:p>
        </p:txBody>
      </p:sp>
      <p:sp>
        <p:nvSpPr>
          <p:cNvPr id="5" name="TextBox 4">
            <a:extLst>
              <a:ext uri="{FF2B5EF4-FFF2-40B4-BE49-F238E27FC236}">
                <a16:creationId xmlns:a16="http://schemas.microsoft.com/office/drawing/2014/main" id="{EC54034A-69E9-E836-7510-E4B73B3E199E}"/>
              </a:ext>
            </a:extLst>
          </p:cNvPr>
          <p:cNvSpPr txBox="1"/>
          <p:nvPr/>
        </p:nvSpPr>
        <p:spPr>
          <a:xfrm>
            <a:off x="9749481" y="6104238"/>
            <a:ext cx="1235676" cy="369332"/>
          </a:xfrm>
          <a:prstGeom prst="rect">
            <a:avLst/>
          </a:prstGeom>
          <a:noFill/>
        </p:spPr>
        <p:txBody>
          <a:bodyPr wrap="square" rtlCol="0">
            <a:spAutoFit/>
          </a:bodyPr>
          <a:lstStyle/>
          <a:p>
            <a:r>
              <a:rPr lang="en-US" dirty="0"/>
              <a:t>Help</a:t>
            </a:r>
          </a:p>
        </p:txBody>
      </p:sp>
    </p:spTree>
    <p:extLst>
      <p:ext uri="{BB962C8B-B14F-4D97-AF65-F5344CB8AC3E}">
        <p14:creationId xmlns:p14="http://schemas.microsoft.com/office/powerpoint/2010/main" val="762131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FF7E4-5090-1CA1-B24F-A11FA02CA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7E2A9-79BC-5DD4-1CAC-345E0F709AF7}"/>
              </a:ext>
            </a:extLst>
          </p:cNvPr>
          <p:cNvSpPr>
            <a:spLocks noGrp="1"/>
          </p:cNvSpPr>
          <p:nvPr>
            <p:ph type="ctrTitle"/>
          </p:nvPr>
        </p:nvSpPr>
        <p:spPr>
          <a:xfrm>
            <a:off x="0" y="0"/>
            <a:ext cx="12192000" cy="1186249"/>
          </a:xfrm>
        </p:spPr>
        <p:txBody>
          <a:bodyPr/>
          <a:lstStyle/>
          <a:p>
            <a:r>
              <a:rPr lang="en-US" dirty="0"/>
              <a:t>Transportation in </a:t>
            </a:r>
            <a:r>
              <a:rPr lang="en-US" dirty="0" err="1"/>
              <a:t>Taniti</a:t>
            </a:r>
            <a:endParaRPr lang="en-US" dirty="0"/>
          </a:p>
        </p:txBody>
      </p:sp>
      <p:sp>
        <p:nvSpPr>
          <p:cNvPr id="3" name="Subtitle 2">
            <a:extLst>
              <a:ext uri="{FF2B5EF4-FFF2-40B4-BE49-F238E27FC236}">
                <a16:creationId xmlns:a16="http://schemas.microsoft.com/office/drawing/2014/main" id="{3876DFED-4E79-B3CD-B0ED-CBDDBAEF2FE1}"/>
              </a:ext>
            </a:extLst>
          </p:cNvPr>
          <p:cNvSpPr>
            <a:spLocks noGrp="1"/>
          </p:cNvSpPr>
          <p:nvPr>
            <p:ph type="subTitle" idx="1"/>
          </p:nvPr>
        </p:nvSpPr>
        <p:spPr>
          <a:xfrm>
            <a:off x="0" y="1186249"/>
            <a:ext cx="12192001" cy="543697"/>
          </a:xfrm>
        </p:spPr>
        <p:txBody>
          <a:bodyPr/>
          <a:lstStyle/>
          <a:p>
            <a:r>
              <a:rPr lang="en-US" dirty="0" err="1"/>
              <a:t>Taniti</a:t>
            </a:r>
            <a:r>
              <a:rPr lang="en-US" dirty="0"/>
              <a:t>     Attractions    Transportation    Stay    Food</a:t>
            </a:r>
          </a:p>
        </p:txBody>
      </p:sp>
      <p:sp>
        <p:nvSpPr>
          <p:cNvPr id="4" name="TextBox 3">
            <a:extLst>
              <a:ext uri="{FF2B5EF4-FFF2-40B4-BE49-F238E27FC236}">
                <a16:creationId xmlns:a16="http://schemas.microsoft.com/office/drawing/2014/main" id="{3EA44295-D0BC-8571-90D7-3CD645A2885C}"/>
              </a:ext>
            </a:extLst>
          </p:cNvPr>
          <p:cNvSpPr txBox="1"/>
          <p:nvPr/>
        </p:nvSpPr>
        <p:spPr>
          <a:xfrm>
            <a:off x="1285103" y="1865870"/>
            <a:ext cx="9428205" cy="2862322"/>
          </a:xfrm>
          <a:prstGeom prst="rect">
            <a:avLst/>
          </a:prstGeom>
          <a:noFill/>
        </p:spPr>
        <p:txBody>
          <a:bodyPr wrap="square" rtlCol="0">
            <a:spAutoFit/>
          </a:bodyPr>
          <a:lstStyle/>
          <a:p>
            <a:r>
              <a:rPr lang="en-US" dirty="0"/>
              <a:t>How do you get here?</a:t>
            </a:r>
          </a:p>
          <a:p>
            <a:r>
              <a:rPr lang="en-US" dirty="0"/>
              <a:t>	Airplane travel and airport expectations +booking links</a:t>
            </a:r>
          </a:p>
          <a:p>
            <a:r>
              <a:rPr lang="en-US" dirty="0"/>
              <a:t>	Cruise travel and expectations +booking links</a:t>
            </a:r>
          </a:p>
          <a:p>
            <a:endParaRPr lang="en-US" dirty="0"/>
          </a:p>
          <a:p>
            <a:r>
              <a:rPr lang="en-US" dirty="0"/>
              <a:t>How do get to the attractions?</a:t>
            </a:r>
          </a:p>
          <a:p>
            <a:r>
              <a:rPr lang="en-US" dirty="0"/>
              <a:t>	How many things can be seen with just pedestrian travel?</a:t>
            </a:r>
          </a:p>
          <a:p>
            <a:r>
              <a:rPr lang="en-US" dirty="0"/>
              <a:t>	How can buses help get around?</a:t>
            </a:r>
          </a:p>
          <a:p>
            <a:r>
              <a:rPr lang="en-US" dirty="0"/>
              <a:t>	Are taxi’s and rental cars available?</a:t>
            </a:r>
          </a:p>
          <a:p>
            <a:r>
              <a:rPr lang="en-US" dirty="0"/>
              <a:t>	Are bikes available? Are there helmet laws?</a:t>
            </a:r>
          </a:p>
          <a:p>
            <a:r>
              <a:rPr lang="en-US" dirty="0"/>
              <a:t>	</a:t>
            </a:r>
          </a:p>
        </p:txBody>
      </p:sp>
      <p:sp>
        <p:nvSpPr>
          <p:cNvPr id="5" name="TextBox 4">
            <a:extLst>
              <a:ext uri="{FF2B5EF4-FFF2-40B4-BE49-F238E27FC236}">
                <a16:creationId xmlns:a16="http://schemas.microsoft.com/office/drawing/2014/main" id="{EF824B3C-364C-C07F-F8E2-69C9D57E56C0}"/>
              </a:ext>
            </a:extLst>
          </p:cNvPr>
          <p:cNvSpPr txBox="1"/>
          <p:nvPr/>
        </p:nvSpPr>
        <p:spPr>
          <a:xfrm>
            <a:off x="9749481" y="6104238"/>
            <a:ext cx="1235676" cy="369332"/>
          </a:xfrm>
          <a:prstGeom prst="rect">
            <a:avLst/>
          </a:prstGeom>
          <a:noFill/>
        </p:spPr>
        <p:txBody>
          <a:bodyPr wrap="square" rtlCol="0">
            <a:spAutoFit/>
          </a:bodyPr>
          <a:lstStyle/>
          <a:p>
            <a:r>
              <a:rPr lang="en-US" dirty="0"/>
              <a:t>Help</a:t>
            </a:r>
          </a:p>
        </p:txBody>
      </p:sp>
    </p:spTree>
    <p:extLst>
      <p:ext uri="{BB962C8B-B14F-4D97-AF65-F5344CB8AC3E}">
        <p14:creationId xmlns:p14="http://schemas.microsoft.com/office/powerpoint/2010/main" val="511173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E8205-E818-AA72-AC95-5FAC5058A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86CAD-58AE-CFC7-FBE4-5B87947F31EE}"/>
              </a:ext>
            </a:extLst>
          </p:cNvPr>
          <p:cNvSpPr>
            <a:spLocks noGrp="1"/>
          </p:cNvSpPr>
          <p:nvPr>
            <p:ph type="ctrTitle"/>
          </p:nvPr>
        </p:nvSpPr>
        <p:spPr>
          <a:xfrm>
            <a:off x="0" y="0"/>
            <a:ext cx="12192000" cy="1186249"/>
          </a:xfrm>
        </p:spPr>
        <p:txBody>
          <a:bodyPr/>
          <a:lstStyle/>
          <a:p>
            <a:r>
              <a:rPr lang="en-US" dirty="0"/>
              <a:t>Lodging in </a:t>
            </a:r>
            <a:r>
              <a:rPr lang="en-US" dirty="0" err="1"/>
              <a:t>Taniti</a:t>
            </a:r>
            <a:endParaRPr lang="en-US" dirty="0"/>
          </a:p>
        </p:txBody>
      </p:sp>
      <p:sp>
        <p:nvSpPr>
          <p:cNvPr id="3" name="Subtitle 2">
            <a:extLst>
              <a:ext uri="{FF2B5EF4-FFF2-40B4-BE49-F238E27FC236}">
                <a16:creationId xmlns:a16="http://schemas.microsoft.com/office/drawing/2014/main" id="{1640195F-1E68-75F2-C374-927591ACF0F1}"/>
              </a:ext>
            </a:extLst>
          </p:cNvPr>
          <p:cNvSpPr>
            <a:spLocks noGrp="1"/>
          </p:cNvSpPr>
          <p:nvPr>
            <p:ph type="subTitle" idx="1"/>
          </p:nvPr>
        </p:nvSpPr>
        <p:spPr>
          <a:xfrm>
            <a:off x="0" y="1186249"/>
            <a:ext cx="12192001" cy="543697"/>
          </a:xfrm>
        </p:spPr>
        <p:txBody>
          <a:bodyPr/>
          <a:lstStyle/>
          <a:p>
            <a:r>
              <a:rPr lang="en-US" dirty="0" err="1"/>
              <a:t>Taniti</a:t>
            </a:r>
            <a:r>
              <a:rPr lang="en-US" dirty="0"/>
              <a:t>     Attractions    Transportation    Stay    Food</a:t>
            </a:r>
          </a:p>
        </p:txBody>
      </p:sp>
      <p:sp>
        <p:nvSpPr>
          <p:cNvPr id="4" name="TextBox 3">
            <a:extLst>
              <a:ext uri="{FF2B5EF4-FFF2-40B4-BE49-F238E27FC236}">
                <a16:creationId xmlns:a16="http://schemas.microsoft.com/office/drawing/2014/main" id="{9582B871-A75A-D308-1834-0443249C11A3}"/>
              </a:ext>
            </a:extLst>
          </p:cNvPr>
          <p:cNvSpPr txBox="1"/>
          <p:nvPr/>
        </p:nvSpPr>
        <p:spPr>
          <a:xfrm>
            <a:off x="1285103" y="1865870"/>
            <a:ext cx="9428205" cy="3139321"/>
          </a:xfrm>
          <a:prstGeom prst="rect">
            <a:avLst/>
          </a:prstGeom>
          <a:noFill/>
        </p:spPr>
        <p:txBody>
          <a:bodyPr wrap="square" rtlCol="0">
            <a:spAutoFit/>
          </a:bodyPr>
          <a:lstStyle/>
          <a:p>
            <a:r>
              <a:rPr lang="en-US" dirty="0"/>
              <a:t>Bed and Breakfasts</a:t>
            </a:r>
          </a:p>
          <a:p>
            <a:r>
              <a:rPr lang="en-US" dirty="0"/>
              <a:t>	What are the bed and breakfast locations? –which are close to the attractions?</a:t>
            </a:r>
          </a:p>
          <a:p>
            <a:endParaRPr lang="en-US" dirty="0"/>
          </a:p>
          <a:p>
            <a:r>
              <a:rPr lang="en-US" dirty="0"/>
              <a:t>Resort</a:t>
            </a:r>
          </a:p>
          <a:p>
            <a:r>
              <a:rPr lang="en-US" dirty="0"/>
              <a:t>	Information and booking for the single four-star resort</a:t>
            </a:r>
          </a:p>
          <a:p>
            <a:endParaRPr lang="en-US" dirty="0"/>
          </a:p>
          <a:p>
            <a:r>
              <a:rPr lang="en-US" dirty="0"/>
              <a:t>Hotels</a:t>
            </a:r>
          </a:p>
          <a:p>
            <a:r>
              <a:rPr lang="en-US" dirty="0"/>
              <a:t>	Information and booking for the variety of hotels</a:t>
            </a:r>
          </a:p>
          <a:p>
            <a:endParaRPr lang="en-US" dirty="0"/>
          </a:p>
          <a:p>
            <a:r>
              <a:rPr lang="en-US" dirty="0"/>
              <a:t>Hostel</a:t>
            </a:r>
          </a:p>
          <a:p>
            <a:r>
              <a:rPr lang="en-US" dirty="0"/>
              <a:t>	information and booking for the low-cost hostel</a:t>
            </a:r>
          </a:p>
        </p:txBody>
      </p:sp>
      <p:sp>
        <p:nvSpPr>
          <p:cNvPr id="5" name="TextBox 4">
            <a:extLst>
              <a:ext uri="{FF2B5EF4-FFF2-40B4-BE49-F238E27FC236}">
                <a16:creationId xmlns:a16="http://schemas.microsoft.com/office/drawing/2014/main" id="{7791DE6F-AA0E-19FF-D0B2-1AEA9167FE67}"/>
              </a:ext>
            </a:extLst>
          </p:cNvPr>
          <p:cNvSpPr txBox="1"/>
          <p:nvPr/>
        </p:nvSpPr>
        <p:spPr>
          <a:xfrm>
            <a:off x="9749481" y="6104238"/>
            <a:ext cx="1235676" cy="369332"/>
          </a:xfrm>
          <a:prstGeom prst="rect">
            <a:avLst/>
          </a:prstGeom>
          <a:noFill/>
        </p:spPr>
        <p:txBody>
          <a:bodyPr wrap="square" rtlCol="0">
            <a:spAutoFit/>
          </a:bodyPr>
          <a:lstStyle/>
          <a:p>
            <a:r>
              <a:rPr lang="en-US" dirty="0"/>
              <a:t>Help</a:t>
            </a:r>
          </a:p>
        </p:txBody>
      </p:sp>
    </p:spTree>
    <p:extLst>
      <p:ext uri="{BB962C8B-B14F-4D97-AF65-F5344CB8AC3E}">
        <p14:creationId xmlns:p14="http://schemas.microsoft.com/office/powerpoint/2010/main" val="56325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94C3F-5AD3-671D-D6D9-26A7B0EB5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93740-4872-A070-92E2-3463CC3CEE91}"/>
              </a:ext>
            </a:extLst>
          </p:cNvPr>
          <p:cNvSpPr>
            <a:spLocks noGrp="1"/>
          </p:cNvSpPr>
          <p:nvPr>
            <p:ph type="ctrTitle"/>
          </p:nvPr>
        </p:nvSpPr>
        <p:spPr>
          <a:xfrm>
            <a:off x="0" y="0"/>
            <a:ext cx="12192000" cy="1186249"/>
          </a:xfrm>
        </p:spPr>
        <p:txBody>
          <a:bodyPr/>
          <a:lstStyle/>
          <a:p>
            <a:r>
              <a:rPr lang="en-US" dirty="0"/>
              <a:t>Eating in </a:t>
            </a:r>
            <a:r>
              <a:rPr lang="en-US" dirty="0" err="1"/>
              <a:t>Taniti</a:t>
            </a:r>
            <a:endParaRPr lang="en-US" dirty="0"/>
          </a:p>
        </p:txBody>
      </p:sp>
      <p:sp>
        <p:nvSpPr>
          <p:cNvPr id="3" name="Subtitle 2">
            <a:extLst>
              <a:ext uri="{FF2B5EF4-FFF2-40B4-BE49-F238E27FC236}">
                <a16:creationId xmlns:a16="http://schemas.microsoft.com/office/drawing/2014/main" id="{BC6D742C-8754-2AC7-06DE-88C95331FBD0}"/>
              </a:ext>
            </a:extLst>
          </p:cNvPr>
          <p:cNvSpPr>
            <a:spLocks noGrp="1"/>
          </p:cNvSpPr>
          <p:nvPr>
            <p:ph type="subTitle" idx="1"/>
          </p:nvPr>
        </p:nvSpPr>
        <p:spPr>
          <a:xfrm>
            <a:off x="0" y="1186249"/>
            <a:ext cx="12192001" cy="543697"/>
          </a:xfrm>
        </p:spPr>
        <p:txBody>
          <a:bodyPr/>
          <a:lstStyle/>
          <a:p>
            <a:r>
              <a:rPr lang="en-US" dirty="0" err="1"/>
              <a:t>Taniti</a:t>
            </a:r>
            <a:r>
              <a:rPr lang="en-US" dirty="0"/>
              <a:t>     Attractions    Transportation    Stay    Food</a:t>
            </a:r>
          </a:p>
        </p:txBody>
      </p:sp>
      <p:sp>
        <p:nvSpPr>
          <p:cNvPr id="4" name="TextBox 3">
            <a:extLst>
              <a:ext uri="{FF2B5EF4-FFF2-40B4-BE49-F238E27FC236}">
                <a16:creationId xmlns:a16="http://schemas.microsoft.com/office/drawing/2014/main" id="{C2D9F36C-02D3-48E9-6B73-A3F5EE95CB3D}"/>
              </a:ext>
            </a:extLst>
          </p:cNvPr>
          <p:cNvSpPr txBox="1"/>
          <p:nvPr/>
        </p:nvSpPr>
        <p:spPr>
          <a:xfrm>
            <a:off x="1285103" y="1865870"/>
            <a:ext cx="9428205" cy="3139321"/>
          </a:xfrm>
          <a:prstGeom prst="rect">
            <a:avLst/>
          </a:prstGeom>
          <a:noFill/>
        </p:spPr>
        <p:txBody>
          <a:bodyPr wrap="square" rtlCol="0">
            <a:spAutoFit/>
          </a:bodyPr>
          <a:lstStyle/>
          <a:p>
            <a:r>
              <a:rPr lang="en-US" dirty="0"/>
              <a:t>Restaurants</a:t>
            </a:r>
          </a:p>
          <a:p>
            <a:r>
              <a:rPr lang="en-US" dirty="0"/>
              <a:t>	Information about the 10 local restaurants</a:t>
            </a:r>
          </a:p>
          <a:p>
            <a:r>
              <a:rPr lang="en-US" dirty="0"/>
              <a:t>	Five restaurants with mostly fish/rice</a:t>
            </a:r>
          </a:p>
          <a:p>
            <a:r>
              <a:rPr lang="en-US" dirty="0"/>
              <a:t>	Three American-style meals</a:t>
            </a:r>
          </a:p>
          <a:p>
            <a:r>
              <a:rPr lang="en-US" dirty="0"/>
              <a:t>	Two with Pan-Asian cuisine</a:t>
            </a:r>
          </a:p>
          <a:p>
            <a:endParaRPr lang="en-US" dirty="0"/>
          </a:p>
          <a:p>
            <a:r>
              <a:rPr lang="en-US" dirty="0"/>
              <a:t>Grocery Stores</a:t>
            </a:r>
          </a:p>
          <a:p>
            <a:r>
              <a:rPr lang="en-US" dirty="0"/>
              <a:t>	Information about two larger supermarkets</a:t>
            </a:r>
          </a:p>
          <a:p>
            <a:r>
              <a:rPr lang="en-US" dirty="0"/>
              <a:t>	Two smaller grocery stores</a:t>
            </a:r>
          </a:p>
          <a:p>
            <a:r>
              <a:rPr lang="en-US" dirty="0"/>
              <a:t>	One 24-hour convenience </a:t>
            </a:r>
            <a:r>
              <a:rPr lang="en-US"/>
              <a:t>stoer</a:t>
            </a:r>
            <a:endParaRPr lang="en-US" dirty="0"/>
          </a:p>
          <a:p>
            <a:endParaRPr lang="en-US" dirty="0"/>
          </a:p>
        </p:txBody>
      </p:sp>
      <p:sp>
        <p:nvSpPr>
          <p:cNvPr id="5" name="TextBox 4">
            <a:extLst>
              <a:ext uri="{FF2B5EF4-FFF2-40B4-BE49-F238E27FC236}">
                <a16:creationId xmlns:a16="http://schemas.microsoft.com/office/drawing/2014/main" id="{D0C90FD2-2D6B-ADD1-88AA-ABEDA044F275}"/>
              </a:ext>
            </a:extLst>
          </p:cNvPr>
          <p:cNvSpPr txBox="1"/>
          <p:nvPr/>
        </p:nvSpPr>
        <p:spPr>
          <a:xfrm>
            <a:off x="9749481" y="6104238"/>
            <a:ext cx="1235676" cy="369332"/>
          </a:xfrm>
          <a:prstGeom prst="rect">
            <a:avLst/>
          </a:prstGeom>
          <a:noFill/>
        </p:spPr>
        <p:txBody>
          <a:bodyPr wrap="square" rtlCol="0">
            <a:spAutoFit/>
          </a:bodyPr>
          <a:lstStyle/>
          <a:p>
            <a:r>
              <a:rPr lang="en-US" dirty="0"/>
              <a:t>Help</a:t>
            </a:r>
          </a:p>
        </p:txBody>
      </p:sp>
    </p:spTree>
    <p:extLst>
      <p:ext uri="{BB962C8B-B14F-4D97-AF65-F5344CB8AC3E}">
        <p14:creationId xmlns:p14="http://schemas.microsoft.com/office/powerpoint/2010/main" val="22389893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395</Words>
  <Application>Microsoft Macintosh PowerPoint</Application>
  <PresentationFormat>Widescreen</PresentationFormat>
  <Paragraphs>68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Welcome to Taniti</vt:lpstr>
      <vt:lpstr>Attractions of Taniti</vt:lpstr>
      <vt:lpstr>Transportation in Taniti</vt:lpstr>
      <vt:lpstr>Lodging in Taniti</vt:lpstr>
      <vt:lpstr>Eating in Taniti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 Yukawa</dc:creator>
  <cp:lastModifiedBy>Bryan Yukawa</cp:lastModifiedBy>
  <cp:revision>1</cp:revision>
  <dcterms:created xsi:type="dcterms:W3CDTF">2025-12-31T22:29:37Z</dcterms:created>
  <dcterms:modified xsi:type="dcterms:W3CDTF">2025-12-31T23:21:48Z</dcterms:modified>
</cp:coreProperties>
</file>